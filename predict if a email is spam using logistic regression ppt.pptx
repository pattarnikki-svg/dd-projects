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84" r:id="rId5"/>
    <p:sldId id="288" r:id="rId6"/>
    <p:sldId id="289" r:id="rId7"/>
    <p:sldId id="290" r:id="rId8"/>
    <p:sldId id="292" r:id="rId9"/>
    <p:sldId id="2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99" autoAdjust="0"/>
  </p:normalViewPr>
  <p:slideViewPr>
    <p:cSldViewPr snapToGrid="0" snapToObjects="1" showGuides="1">
      <p:cViewPr varScale="1">
        <p:scale>
          <a:sx n="84" d="100"/>
          <a:sy n="84" d="100"/>
        </p:scale>
        <p:origin x="658" y="77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1591056"/>
            <a:ext cx="8814816" cy="2139696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3200" b="1" u="sng" dirty="0"/>
              <a:t>predict if a email is spam using </a:t>
            </a:r>
            <a:r>
              <a:rPr lang="en-US" sz="3200" b="1" u="sng" dirty="0" err="1"/>
              <a:t>logistice</a:t>
            </a:r>
            <a:r>
              <a:rPr lang="en-US" sz="3200" b="1" u="sng" dirty="0"/>
              <a:t> regression</a:t>
            </a:r>
            <a:br>
              <a:rPr lang="en-US" sz="3200" b="1" u="sng" dirty="0"/>
            </a:br>
            <a:br>
              <a:rPr lang="en-US" sz="3200" b="1" u="sng" dirty="0"/>
            </a:br>
            <a:r>
              <a:rPr lang="en-IN" sz="2000" b="1" u="sng" dirty="0"/>
              <a:t>MACHINE LEARNING PROJECT</a:t>
            </a:r>
            <a:br>
              <a:rPr lang="en-IN" sz="2000" b="1" u="sng" dirty="0"/>
            </a:br>
            <a:br>
              <a:rPr lang="en-IN" sz="2400" dirty="0"/>
            </a:br>
            <a:endParaRPr lang="en-US" sz="2400" b="1" u="sng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3566160"/>
            <a:ext cx="8668512" cy="1536192"/>
          </a:xfrm>
        </p:spPr>
        <p:txBody>
          <a:bodyPr/>
          <a:lstStyle/>
          <a:p>
            <a:pPr algn="ctr"/>
            <a:r>
              <a:rPr lang="en-IN" dirty="0"/>
              <a:t>NAME : NIKHITA R PATTAR</a:t>
            </a:r>
          </a:p>
          <a:p>
            <a:pPr algn="ctr"/>
            <a:r>
              <a:rPr lang="en-IN" dirty="0"/>
              <a:t>COURSE : BCA 5</a:t>
            </a:r>
            <a:r>
              <a:rPr lang="en-IN" baseline="30000" dirty="0"/>
              <a:t>TH</a:t>
            </a:r>
            <a:r>
              <a:rPr lang="en-IN" dirty="0"/>
              <a:t> SEM</a:t>
            </a:r>
          </a:p>
          <a:p>
            <a:pPr algn="ctr"/>
            <a:r>
              <a:rPr lang="en-IN" dirty="0"/>
              <a:t>INSTITUTE : DIGITIAL DREAMS OF INSTUTION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6E8D-F725-5549-D79B-2197F331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224" y="1126952"/>
            <a:ext cx="6473952" cy="713232"/>
          </a:xfrm>
        </p:spPr>
        <p:txBody>
          <a:bodyPr/>
          <a:lstStyle/>
          <a:p>
            <a:pPr algn="ctr"/>
            <a:r>
              <a:rPr lang="en-IN" b="1" u="sng" dirty="0"/>
              <a:t>Problem Statement</a:t>
            </a:r>
            <a:endParaRPr lang="en-US" b="1" u="sn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02FC-1940-72AB-8671-0839E2CF0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13DEF-ED86-6E5A-5AD2-C9B364E4A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2395728"/>
            <a:ext cx="6739128" cy="252374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Spam emails are unwanted messages.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Goal: Classify email as Spam or Not Spam</a:t>
            </a:r>
            <a:endParaRPr lang="en-US" altLang="zh-CN" sz="3200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6FC47-3017-DA16-F8BF-CBFF553CB9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”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7AC1F3-FBD2-24FF-608E-1D301D2792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2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C00235-80DB-8E65-4FFA-23DF4C0DE0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480" y="6400904"/>
            <a:ext cx="1463040" cy="246888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0E4D9-A114-4773-6B3B-37FA10EAB08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29145" y="6400904"/>
            <a:ext cx="640080" cy="246888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613288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5356-F27B-204E-49B5-B5499C0E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C916E-1CF7-AD9E-BD86-578336ABB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3200" dirty="0"/>
          </a:p>
          <a:p>
            <a:r>
              <a:rPr lang="en-US" sz="3200" dirty="0"/>
              <a:t>Dataset includes:</a:t>
            </a:r>
          </a:p>
          <a:p>
            <a:endParaRPr lang="en-US" sz="3200" dirty="0"/>
          </a:p>
          <a:p>
            <a:r>
              <a:rPr lang="en-US" sz="3200" dirty="0"/>
              <a:t>- Email text</a:t>
            </a:r>
          </a:p>
          <a:p>
            <a:endParaRPr lang="en-US" sz="3200" dirty="0"/>
          </a:p>
          <a:p>
            <a:r>
              <a:rPr lang="en-US" sz="3200" dirty="0"/>
              <a:t>- Label: Spam (1) / Not Spam (0)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C3858-9619-89D6-4EAC-F7C66218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3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394CF-4364-CFAB-BEC9-A6C6030E3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F84D80-3699-BF5C-BB7A-9BEF7829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80108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93D9-E131-4DD8-06DB-01EE7712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u="sng" dirty="0"/>
              <a:t>Technique Used: Logistic Regression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45A59C-8238-F24C-39DC-8BA4B793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4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9D670-BF50-BADE-2AB9-B3E2A901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73134-4BE0-6314-A21D-7E4925EF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06290B-F3DC-29DD-55B6-DD57D4D7B657}"/>
              </a:ext>
            </a:extLst>
          </p:cNvPr>
          <p:cNvSpPr txBox="1"/>
          <p:nvPr/>
        </p:nvSpPr>
        <p:spPr>
          <a:xfrm>
            <a:off x="1021080" y="2013228"/>
            <a:ext cx="991209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- Text Preprocessing (Tokenization, </a:t>
            </a:r>
            <a:r>
              <a:rPr lang="en-US" sz="3200" dirty="0" err="1"/>
              <a:t>Stopwords</a:t>
            </a:r>
            <a:r>
              <a:rPr lang="en-US" sz="3200" dirty="0"/>
              <a:t> Removal)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- Feature Extraction (TF‑IDF)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- Apply Logistic Regression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- Evaluate 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56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CB5FCA-9157-A879-5DD7-5B838956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5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8CF94-47BA-85E4-32BF-5729A8BA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5F093-ED90-D30F-9D91-149EF6DE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B92421-1BF4-58D9-0E54-0F304671C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2" y="613969"/>
            <a:ext cx="8811855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8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9244-2620-244D-C807-7B83E21A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E412D-9576-3505-0F68-F3C1B3DB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6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4FBD2-2A34-4758-645E-23534A10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32CEE-F1D2-806D-D052-4257C3E4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1C7129-331F-B167-9AAD-162C2E85B131}"/>
              </a:ext>
            </a:extLst>
          </p:cNvPr>
          <p:cNvSpPr txBox="1"/>
          <p:nvPr/>
        </p:nvSpPr>
        <p:spPr>
          <a:xfrm>
            <a:off x="1372450" y="2075688"/>
            <a:ext cx="879949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Model predicts spam with good accuracy.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Helps in filtering emails automatically.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632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{86848F80-4FC7-4712-AEC6-16FB2B280AA8}tf11429527_win32</Template>
  <TotalTime>26</TotalTime>
  <Words>139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Karla</vt:lpstr>
      <vt:lpstr>Univers Condensed Light</vt:lpstr>
      <vt:lpstr>Office Theme</vt:lpstr>
      <vt:lpstr> predict if a email is spam using logistice regression  MACHINE LEARNING PROJECT  </vt:lpstr>
      <vt:lpstr>Problem Statement</vt:lpstr>
      <vt:lpstr>Dataset Description</vt:lpstr>
      <vt:lpstr>Technique Used: Logistic Regression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Sarveshwar Santosh Hiremath</dc:creator>
  <cp:lastModifiedBy>Sarveshwar Santosh Hiremath</cp:lastModifiedBy>
  <cp:revision>2</cp:revision>
  <dcterms:created xsi:type="dcterms:W3CDTF">2025-12-06T08:50:41Z</dcterms:created>
  <dcterms:modified xsi:type="dcterms:W3CDTF">2025-12-06T14:17:59Z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